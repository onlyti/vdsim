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VDSim PoC W1-W12 95% summary. Editable PNG-backed slide; replace with native shapes before printing to PDF for editable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2200" b="1">
                <a:solidFill>
                  <a:srgbClr val="FFFFFF"/>
                </a:solidFill>
                <a:latin typeface="Tahoma"/>
              </a:defRPr>
            </a:pPr>
            <a:r>
              <a:t>VDSim    Open-Core Vehicle Dynamics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333333"/>
                </a:solidFill>
                <a:latin typeface="Calibri"/>
              </a:defRPr>
            </a:pPr>
            <a:r>
              <a:t>Bridges autonomy stack (throttle / pedal / path) and chassis design (hardpoint / multibody) in a single C++17 + Python ABI.</a:t>
            </a:r>
          </a:p>
        </p:txBody>
      </p:sp>
      <p:pic>
        <p:nvPicPr>
          <p:cNvPr id="4" name="Picture 3" descr="poc_one_p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